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Sales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Task 4 — Dashboard Design | Elevate Labs Data Analyst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Interactive dashboard concept for business stakeholders</a:t>
            </a:r>
          </a:p>
          <a:p>
            <a:pPr>
              <a:spcAft>
                <a:spcPts val="1200"/>
              </a:spcAft>
              <a:defRPr sz="2100"/>
            </a:pPr>
            <a:r>
              <a:t>Dataset: 1,200 sales records with 9 fields</a:t>
            </a:r>
          </a:p>
          <a:p>
            <a:pPr>
              <a:spcAft>
                <a:spcPts val="1200"/>
              </a:spcAft>
              <a:defRPr sz="2100"/>
            </a:pPr>
            <a:r>
              <a:t>Tools: Power BI / dashboard design concepts</a:t>
            </a:r>
          </a:p>
          <a:p>
            <a:pPr>
              <a:spcAft>
                <a:spcPts val="1200"/>
              </a:spcAft>
              <a:defRPr sz="2100"/>
            </a:pPr>
            <a:r>
              <a:t>Prepared from the sales dataset used in the previous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Performance Indicators (KPIs)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Top-level metrics for quick business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Total Sales</a:t>
            </a:r>
          </a:p>
          <a:p>
            <a:pPr algn="ctr">
              <a:defRPr sz="2400" b="1"/>
            </a:pPr>
            <a:r>
              <a:t>$3.57M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Total Profit</a:t>
            </a:r>
          </a:p>
          <a:p>
            <a:pPr algn="ctr">
              <a:defRPr sz="2400" b="1"/>
            </a:pPr>
            <a:r>
              <a:t>$1.58M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64592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Total Quantity</a:t>
            </a:r>
          </a:p>
          <a:p>
            <a:pPr algn="ctr">
              <a:defRPr sz="2400" b="1"/>
            </a:pPr>
            <a:r>
              <a:t>Dataset KPI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64592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Sales Records</a:t>
            </a:r>
          </a:p>
          <a:p>
            <a:pPr algn="ctr">
              <a:defRPr sz="2400" b="1"/>
            </a:pPr>
            <a:r>
              <a:t>1,200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Recommended additional KPI: Sales Growth %</a:t>
            </a:r>
          </a:p>
          <a:p>
            <a:pPr>
              <a:spcAft>
                <a:spcPts val="1200"/>
              </a:spcAft>
              <a:defRPr sz="1900"/>
            </a:pPr>
            <a:r>
              <a:t>Place KPI cards at the top of the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Sales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Category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Technology — $3.07M</a:t>
            </a:r>
          </a:p>
          <a:p>
            <a:pPr>
              <a:spcAft>
                <a:spcPts val="1200"/>
              </a:spcAft>
              <a:defRPr sz="2100"/>
            </a:pPr>
            <a:r>
              <a:t>Furniture — $810K</a:t>
            </a:r>
          </a:p>
          <a:p>
            <a:pPr>
              <a:spcAft>
                <a:spcPts val="1200"/>
              </a:spcAft>
              <a:defRPr sz="2100"/>
            </a:pPr>
            <a:r>
              <a:t>Appliances — $349K</a:t>
            </a:r>
          </a:p>
          <a:p>
            <a:pPr>
              <a:spcAft>
                <a:spcPts val="1200"/>
              </a:spcAft>
              <a:defRPr sz="2100"/>
            </a:pPr>
            <a:r>
              <a:t>Office Supplies — $105K</a:t>
            </a:r>
          </a:p>
          <a:p>
            <a:pPr>
              <a:spcAft>
                <a:spcPts val="1200"/>
              </a:spcAft>
              <a:defRPr sz="2100"/>
            </a:pPr>
            <a:r>
              <a:t>Technology is the strongest sales category.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Regional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Geographic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North America — $1.40M</a:t>
            </a:r>
          </a:p>
          <a:p>
            <a:pPr>
              <a:spcAft>
                <a:spcPts val="1200"/>
              </a:spcAft>
              <a:defRPr sz="2000"/>
            </a:pPr>
            <a:r>
              <a:t>Europe — $1.08M</a:t>
            </a:r>
          </a:p>
          <a:p>
            <a:pPr>
              <a:spcAft>
                <a:spcPts val="1200"/>
              </a:spcAft>
              <a:defRPr sz="2000"/>
            </a:pPr>
            <a:r>
              <a:t>Asia Pacific — $892K</a:t>
            </a:r>
          </a:p>
          <a:p>
            <a:pPr>
              <a:spcAft>
                <a:spcPts val="1200"/>
              </a:spcAft>
              <a:defRPr sz="2000"/>
            </a:pPr>
            <a:r>
              <a:t>Middle East &amp; Africa — $494K</a:t>
            </a:r>
          </a:p>
          <a:p>
            <a:pPr>
              <a:spcAft>
                <a:spcPts val="1200"/>
              </a:spcAft>
              <a:defRPr sz="2000"/>
            </a:pPr>
            <a:r>
              <a:t>Latin America — $460K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Profitability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Profit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Technology has the highest profit contribution.</a:t>
            </a:r>
          </a:p>
          <a:p>
            <a:pPr>
              <a:spcAft>
                <a:spcPts val="1200"/>
              </a:spcAft>
              <a:defRPr sz="2100"/>
            </a:pPr>
            <a:r>
              <a:t>Furniture is the second-highest profit category.</a:t>
            </a:r>
          </a:p>
          <a:p>
            <a:pPr>
              <a:spcAft>
                <a:spcPts val="1200"/>
              </a:spcAft>
              <a:defRPr sz="2100"/>
            </a:pPr>
            <a:r>
              <a:t>Appliances contributes less profit than Technology and Furniture.</a:t>
            </a:r>
          </a:p>
          <a:p>
            <a:pPr>
              <a:spcAft>
                <a:spcPts val="1200"/>
              </a:spcAft>
              <a:defRPr sz="2100"/>
            </a:pPr>
            <a:r>
              <a:t>Office Supplies has the lowest profit contribution.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Interactivity &amp; Dashboard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Recommended Power BI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Slicers: Date, Region, Category and Product</a:t>
            </a:r>
          </a:p>
          <a:p>
            <a:pPr>
              <a:spcAft>
                <a:spcPts val="1200"/>
              </a:spcAft>
              <a:defRPr sz="1900"/>
            </a:pPr>
            <a:r>
              <a:t>Cards: Total Sales, Total Profit, Quantity and Sales Growth %</a:t>
            </a:r>
          </a:p>
          <a:p>
            <a:pPr>
              <a:spcAft>
                <a:spcPts val="1200"/>
              </a:spcAft>
              <a:defRPr sz="1900"/>
            </a:pPr>
            <a:r>
              <a:t>Charts: Monthly Sales Trend, Sales by Category, Sales by Region and Profit by Category</a:t>
            </a:r>
          </a:p>
          <a:p>
            <a:pPr>
              <a:spcAft>
                <a:spcPts val="1200"/>
              </a:spcAft>
              <a:defRPr sz="1900"/>
            </a:pPr>
            <a:r>
              <a:t>Use consistent formatting and a simple business-focused theme.</a:t>
            </a:r>
          </a:p>
          <a:p>
            <a:pPr>
              <a:spcAft>
                <a:spcPts val="1200"/>
              </a:spcAft>
              <a:defRPr sz="1900"/>
            </a:pPr>
            <a:r>
              <a:t>Optional navigation buttons can connect Summary and Detail 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What stakeholders can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Technology is the dominant sales and profit category.</a:t>
            </a:r>
          </a:p>
          <a:p>
            <a:pPr>
              <a:spcAft>
                <a:spcPts val="1200"/>
              </a:spcAft>
              <a:defRPr sz="1900"/>
            </a:pPr>
            <a:r>
              <a:t>North America generates the highest regional sales.</a:t>
            </a:r>
          </a:p>
          <a:p>
            <a:pPr>
              <a:spcAft>
                <a:spcPts val="1200"/>
              </a:spcAft>
              <a:defRPr sz="1900"/>
            </a:pPr>
            <a:r>
              <a:t>Europe is the second-largest regional contributor.</a:t>
            </a:r>
          </a:p>
          <a:p>
            <a:pPr>
              <a:spcAft>
                <a:spcPts val="1200"/>
              </a:spcAft>
              <a:defRPr sz="1900"/>
            </a:pPr>
            <a:r>
              <a:t>Monthly sales fluctuate, so the trend should be monitored over time.</a:t>
            </a:r>
          </a:p>
          <a:p>
            <a:pPr>
              <a:spcAft>
                <a:spcPts val="1200"/>
              </a:spcAft>
              <a:defRPr sz="1900"/>
            </a:pPr>
            <a:r>
              <a:t>Interactive filters help investigate regions, categories and periods.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